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2011680" cy="73152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⚡ iQOO EdgeTutor</a:t>
            </a:r>
          </a:p>
          <a:p>
            <a:pPr>
              <a:spcBef>
                <a:spcPts val="800"/>
              </a:spcBef>
              <a:defRPr sz="2200" b="1">
                <a:solidFill>
                  <a:srgbClr val="F7B500"/>
                </a:solidFill>
              </a:defRPr>
            </a:pPr>
            <a:r>
              <a:t>100% Offline, On-Device AI Educational Mentor in Airplane Mode</a:t>
            </a:r>
          </a:p>
          <a:p>
            <a:pPr>
              <a:spcBef>
                <a:spcPts val="600"/>
              </a:spcBef>
              <a:defRPr sz="1400">
                <a:solidFill>
                  <a:srgbClr val="A5AFC3"/>
                </a:solidFill>
              </a:defRPr>
            </a:pPr>
            <a:r>
              <a:t>Turning iQOO Gaming Silicon into India's Most Powerful Distraction-Free AI Study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291840" cy="219456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✈️ Pure Airplane Mode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Zero internet permission (0 KB data)</a:t>
            </a:r>
            <a:br/>
            <a:r>
              <a:t>• No Instagram / WhatsApp notifications</a:t>
            </a:r>
            <a:br/>
            <a:r>
              <a:t>• 100% private: Doubts never leave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200400"/>
            <a:ext cx="3291840" cy="219456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500"/>
                </a:solidFill>
              </a:defRPr>
            </a:pPr>
            <a:r>
              <a:t>⚡ Sub-Second Speed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Snapdragon Hexagon NPU offload</a:t>
            </a:r>
            <a:br/>
            <a:r>
              <a:t>• 77 GB/s LPDDR5X RAM bandwidth</a:t>
            </a:r>
            <a:br/>
            <a:r>
              <a:t>• Socratic steps in &lt; 800ms vs 8s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00400"/>
            <a:ext cx="3291840" cy="219456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📚 CBSE &amp; JEE Aligned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Class 9-10 CBSE &amp; Class 11-12 JEE</a:t>
            </a:r>
            <a:br/>
            <a:r>
              <a:t>• Pre-indexed NCERT offline knowledge vault</a:t>
            </a:r>
            <a:br/>
            <a:r>
              <a:t>• Free forever for students (₹0 cloud bills)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5AFC3"/>
                </a:solidFill>
              </a:defRPr>
            </a:pPr>
            <a:r>
              <a:t>👤 Presenter: VARANASI SAI VINAY   |   🔗 GitHub: github.com/vinayvaranasi0711-alt/iqoo-edgetutor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01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Real-World Problem: Why Online EdTech Fails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258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1744"/>
                </a:solidFill>
              </a:defRPr>
            </a:pPr>
            <a:r>
              <a:t>📱 The Distraction Trap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When students go online to clear doubts, social notifications (Instagram, WhatsApp, YouTube) shatter their concentration. Deep study requires isolation, but cloud AI demands an active internet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258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3E00"/>
                </a:solidFill>
              </a:defRPr>
            </a:pPr>
            <a:r>
              <a:t>📶 Connectivity &amp; Coverage Barrier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Over 300M students in Tier-2/3 cities, rural villages, hostel rooms, or train commutes face unreliable or zero internet. During exams or late-night study, cloud apps completely freeze or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500"/>
                </a:solidFill>
              </a:defRPr>
            </a:pPr>
            <a:r>
              <a:t>💰 Prohibitive Server &amp; Subscription Costs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Cloud AI services charge ₹1,000–₹2,000/month or incur massive API token bills for manufacturers. EdTech companies cannot sustain free unlimited AI queries for millions of students without bleeding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02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EdgeTutor Paradigm: Zero-Cloud, 100% On-Device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✈️ 100% Airplane Mode Ready</a:t>
            </a:r>
          </a:p>
          <a:p>
            <a:pPr>
              <a:spcBef>
                <a:spcPts val="600"/>
              </a:spcBef>
              <a:defRPr sz="1200">
                <a:solidFill>
                  <a:srgbClr val="A5AFC3"/>
                </a:solidFill>
              </a:defRPr>
            </a:pPr>
            <a:r>
              <a:t>The app operates with strictly zero internet permissions in AndroidManifest.xml. It guarantees 0 KB network consumption, ensuring pure focus and complete data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500"/>
                </a:solidFill>
              </a:defRPr>
            </a:pPr>
            <a:r>
              <a:t>⚡ Sub-Second Socratic Steps</a:t>
            </a:r>
          </a:p>
          <a:p>
            <a:pPr>
              <a:spcBef>
                <a:spcPts val="600"/>
              </a:spcBef>
              <a:defRPr sz="1200">
                <a:solidFill>
                  <a:srgbClr val="A5AFC3"/>
                </a:solidFill>
              </a:defRPr>
            </a:pPr>
            <a:r>
              <a:t>Instead of dumping whole answers, EdgeTutor acts as an interactive coach. It gives step-by-step guidance, formula definitions, and exam traps in under 800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📚 Built-in Indian Curriculum Vault</a:t>
            </a:r>
          </a:p>
          <a:p>
            <a:pPr>
              <a:spcBef>
                <a:spcPts val="600"/>
              </a:spcBef>
              <a:defRPr sz="1200">
                <a:solidFill>
                  <a:srgbClr val="A5AFC3"/>
                </a:solidFill>
              </a:defRPr>
            </a:pPr>
            <a:r>
              <a:t>Class 9-10 CBSE Science &amp; Math, plus Class 11-12 JEE Physics, Chemistry, and Calculus pre-indexed into a lightweight local knowledge base with instant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🆓 Free Forever For Everyone</a:t>
            </a:r>
          </a:p>
          <a:p>
            <a:pPr>
              <a:spcBef>
                <a:spcPts val="600"/>
              </a:spcBef>
              <a:defRPr sz="1200">
                <a:solidFill>
                  <a:srgbClr val="A5AFC3"/>
                </a:solidFill>
              </a:defRPr>
            </a:pPr>
            <a:r>
              <a:t>Because compute runs 100% locally on the student's iQOO device, iQOO pays ₹0 in cloud server infrastructure, and students get free, unlimited offline tutoring for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03 / HARDWARE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Hardware Synergy: Unlocking iQOO Gaming Silicon for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E5FF"/>
                </a:solidFill>
              </a:defRPr>
            </a:pPr>
            <a:r>
              <a:t>Qualcomm Hexagon NPU</a:t>
            </a:r>
          </a:p>
          <a:p>
            <a:pPr>
              <a:spcBef>
                <a:spcPts val="400"/>
              </a:spcBef>
              <a:defRPr sz="1000" b="1">
                <a:solidFill>
                  <a:srgbClr val="A5AFC3"/>
                </a:solidFill>
              </a:defRPr>
            </a:pPr>
            <a:r>
              <a:t>DEDICATED NEURAL PROCESSING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INT4 / INT8 quantized neural acceleration runs LLM tokens locally with ultra-low 0.8W power draw. Battery lasts all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7B500"/>
                </a:solidFill>
              </a:defRPr>
            </a:pPr>
            <a:r>
              <a:t>77 GB/s LPDDR5X RAM</a:t>
            </a:r>
          </a:p>
          <a:p>
            <a:pPr>
              <a:spcBef>
                <a:spcPts val="400"/>
              </a:spcBef>
              <a:defRPr sz="1000" b="1">
                <a:solidFill>
                  <a:srgbClr val="A5AFC3"/>
                </a:solidFill>
              </a:defRPr>
            </a:pPr>
            <a:r>
              <a:t>OVERCOMING THE MEMORY WALL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LLM inference is memory-bandwidth bound. iQOO's blazing 77 GB/s bus ensures instant token generation (24+ tok/s) without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E676"/>
                </a:solidFill>
              </a:defRPr>
            </a:pPr>
            <a:r>
              <a:t>6000mm² Vapor Chamber</a:t>
            </a:r>
          </a:p>
          <a:p>
            <a:pPr>
              <a:spcBef>
                <a:spcPts val="400"/>
              </a:spcBef>
              <a:defRPr sz="1000" b="1">
                <a:solidFill>
                  <a:srgbClr val="A5AFC3"/>
                </a:solidFill>
              </a:defRPr>
            </a:pPr>
            <a:r>
              <a:t>ZERO THERMAL THROTTLING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Built for intense BGMI gaming, the aircraft-grade VC heat dissipation keeps the NPU cool during heavy student study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04 /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On-Device Pipeline (No Server Required)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9319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3E00"/>
                </a:solidFill>
              </a:defRPr>
            </a:pPr>
            <a:r>
              <a:t>Step 1: Vision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CameraX / Gallery</a:t>
            </a:r>
            <a:br/>
            <a:r>
              <a:t>On-device Optical Scanner</a:t>
            </a:r>
            <a:br/>
            <a:r>
              <a:t>Zero network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39319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500"/>
                </a:solidFill>
              </a:defRPr>
            </a:pPr>
            <a:r>
              <a:t>Step 2: OCR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Google ML Kit (Offline)</a:t>
            </a:r>
            <a:br/>
            <a:r>
              <a:t>Local text extraction</a:t>
            </a:r>
            <a:br/>
            <a:r>
              <a:t>Formula &amp; symbol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560320" cy="39319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Step 3: RAG Store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NCERT Knowledge Vault</a:t>
            </a:r>
            <a:br/>
            <a:r>
              <a:t>Local embedding search</a:t>
            </a:r>
            <a:br/>
            <a:r>
              <a:t>CBSE 9-10 &amp; JEE syllabus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560320" cy="39319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Step 4: NPU Engine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Snapdragon Hexagon</a:t>
            </a:r>
            <a:br/>
            <a:r>
              <a:t>Local Socratic reasoning</a:t>
            </a:r>
            <a:br/>
            <a:r>
              <a:t>&lt; 800ms step-by-step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05 / BENCHMARKS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Competitive Matrix: Why EdgeTutor Wins for Indian Students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0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B500"/>
                          </a:solidFill>
                        </a:defRPr>
                      </a:pPr>
                      <a:r>
                        <a:t>iQOO EdgeTutor</a:t>
                      </a:r>
                    </a:p>
                  </a:txBody>
                  <a:tcPr>
                    <a:solidFill>
                      <a:srgbClr val="10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ChatGPT Plus</a:t>
                      </a:r>
                    </a:p>
                  </a:txBody>
                  <a:tcPr>
                    <a:solidFill>
                      <a:srgbClr val="10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Google Lens</a:t>
                      </a:r>
                    </a:p>
                  </a:txBody>
                  <a:tcPr>
                    <a:solidFill>
                      <a:srgbClr val="10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Doubtnut / Vedantu</a:t>
                      </a:r>
                    </a:p>
                  </a:txBody>
                  <a:tcPr>
                    <a:solidFill>
                      <a:srgbClr val="1014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Internet Required?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❌ ZERO (Airplane Mode)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✅ Mandatory High Speed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✅ Mandatory High Speed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✅ Mandatory Active Data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Location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📱 On-Device NPU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☁️ US Cloud Servers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☁️ Google Cloud Vision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☁️ Commercial Servers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Response Latency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⚡ &lt; 800 ms (Instant)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⏳ 5 - 10 Seconds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⏳ 3 - 6 Seconds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⏳ 8 - 15 Seconds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Student Distraction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🛡️ Zero (Offline Focus)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5AFC3"/>
                          </a:solidFill>
                        </a:defRPr>
                      </a:pPr>
                      <a:r>
                        <a:t>⚠️ High (Browser/Apps)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5AFC3"/>
                          </a:solidFill>
                        </a:defRPr>
                      </a:pPr>
                      <a:r>
                        <a:t>⚠️ Moderate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5AFC3"/>
                          </a:solidFill>
                        </a:defRPr>
                      </a:pPr>
                      <a:r>
                        <a:t>⚠️ Ads &amp; Notifications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 to Student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676"/>
                          </a:solidFill>
                        </a:defRPr>
                      </a:pPr>
                      <a:r>
                        <a:t>🆓 100% Free Forever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5AFC3"/>
                          </a:solidFill>
                        </a:defRPr>
                      </a:pPr>
                      <a:r>
                        <a:t>💰 ₹1,999 / Month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🆓 Ad-Supported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5AFC3"/>
                          </a:solidFill>
                        </a:defRPr>
                      </a:pPr>
                      <a:r>
                        <a:t>💰 ₹500 - ₹2,000 / Mo</a:t>
                      </a:r>
                    </a:p>
                  </a:txBody>
                  <a:tcPr>
                    <a:solidFill>
                      <a:srgbClr val="0C0F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0"/>
          </a:solidFill>
          <a:ln>
            <a:solidFill>
              <a:srgbClr val="08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B500"/>
                </a:solidFill>
              </a:defRPr>
            </a:pPr>
            <a:r>
              <a:t>06 / SUBMISSION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60-Second Live Stage Demo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500"/>
                </a:solidFill>
              </a:defRPr>
            </a:pPr>
            <a:r>
              <a:t>🎬 The 60-Second 'Airplane Mode' Wow Factor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1. 0:00-0:10 | The Proof:</a:t>
            </a:r>
            <a:br/>
            <a:r>
              <a:t>   Swipe down status bar, turn on Airplane Mode (0 KB/s badge turns green).</a:t>
            </a:r>
            <a:br/>
            <a:br/>
            <a:r>
              <a:t>2. 0:10-0:30 | The Scan:</a:t>
            </a:r>
            <a:br/>
            <a:r>
              <a:t>   Point camera at complex textbook physics question (e.g. Incline Friction).</a:t>
            </a:r>
            <a:br/>
            <a:br/>
            <a:r>
              <a:t>3. 0:30-0:50 | The NPU Magic:</a:t>
            </a:r>
            <a:br/>
            <a:r>
              <a:t>   Instant step-by-step Socratic breakdown rendered with real KaTeX formulas.</a:t>
            </a:r>
            <a:br/>
            <a:br/>
            <a:r>
              <a:t>4. 0:50-1:00 | The Impact:</a:t>
            </a:r>
            <a:br/>
            <a:r>
              <a:t>   Browse CBSE 9-10 &amp; JEE materials vault with zero buffering anywhere.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41E"/>
          </a:solidFill>
          <a:ln w="19050">
            <a:solidFill>
              <a:srgbClr val="26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🚀 Future Roadmap &amp; Scaling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🌐 Vernacular Voice Mentor (Q3 2026):</a:t>
            </a:r>
            <a:br/>
            <a:r>
              <a:t>   Integrate offline on-device Whisper models for voice doubt queries in Telugu, Hindi, and Tamil.</a:t>
            </a:r>
            <a:br/>
            <a:br/>
            <a:r>
              <a:t>📐 Interactive 3D AR Models (Q4 2026):</a:t>
            </a:r>
            <a:br/>
            <a:r>
              <a:t>   Leverage Adreno GPU to render interactive 3D physics experiments (free-body diagrams, optics lenses).</a:t>
            </a:r>
            <a:br/>
            <a:br/>
            <a:r>
              <a:t>🤝 Pre-Loaded iQOO System Feature:</a:t>
            </a:r>
            <a:br/>
            <a:r>
              <a:t>   Opportunity to ship EdgeTutor as a default Monster Feature on iQOO Z &amp; Neo series smartphones across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